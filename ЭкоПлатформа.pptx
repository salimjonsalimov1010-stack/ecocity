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6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F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457200"/>
            <a:ext cx="2743200" cy="2743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4572000"/>
            <a:ext cx="1828800" cy="1828800"/>
          </a:xfrm>
          <a:prstGeom prst="ellipse">
            <a:avLst/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914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</a:rPr>
              <a:t>ЭкоПлатформа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A8D8B0"/>
                </a:solidFill>
              </a:rPr>
              <a:t>Умная система управления отходами в Центральной Азии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49039"/>
            <a:ext cx="3200400" cy="59436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🏆  2-е место на экологическом хакатоне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D8B0"/>
                </a:solidFill>
              </a:rPr>
              <a:t>Душанбе · Ташкент · Бишкек · Алматы · Ош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217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7FB88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🌍  Проблема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C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82880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🗑️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E1A"/>
                </a:solidFill>
              </a:rPr>
              <a:t>Неконтролируемый
вывоз мусора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Отходы вывозятся без учёта объёма и источника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C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182880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874519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108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E1A"/>
                </a:solidFill>
              </a:rPr>
              <a:t>Нет данных
и статистики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8862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Города не знают, сколько мусора производят районы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C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0" y="182880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1874519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E1A"/>
                </a:solidFill>
              </a:rPr>
              <a:t>Низкая
мотивация граждан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862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Люди не заинтересованы в раздельном сборе отходов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64592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C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66960" y="182880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874519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108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E1A"/>
                </a:solidFill>
              </a:rPr>
              <a:t>Заводы без
информации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8862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Предприятия не знают состав поступающих отходов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2362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ЭкоПлатформа решает все эти проблемы через цифровизацию процесса сбора отходов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⚡  Два решения одной задачи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0352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РЕШЕНИЕ 1  —  ПРЕМИУМ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2860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1A2E1A"/>
                </a:solidFill>
              </a:rPr>
              <a:t>🗑️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2E1A"/>
                </a:solidFill>
              </a:rPr>
              <a:t>Умный мусорный бак
с датчиком веса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Пользователь сканирует QR через приложение
• Датчик веса автоматически измеряет кг
• Система моментально начисляет бонусы
• Требует установки умных баков
💰 Стоимость: высокая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30352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813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РЕШЕНИЕ 2  —  ДОСТУПНОЕ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2860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1A2E1A"/>
                </a:solidFill>
              </a:rPr>
              <a:t>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2E1A"/>
                </a:solidFill>
              </a:rPr>
              <a:t>QR-наклейки
на пакеты мусора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Пользователь клеит QR на пакет с мусором
• Выбрасывает в обычный контейнер
• Завод сканирует QR при обработке
• Система автоматически начисляет бонусы
💰 Стоимость: доступная</a:t>
            </a:r>
          </a:p>
        </p:txBody>
      </p:sp>
      <p:sp>
        <p:nvSpPr>
          <p:cNvPr id="16" name="Oval 15"/>
          <p:cNvSpPr/>
          <p:nvPr/>
        </p:nvSpPr>
        <p:spPr>
          <a:xfrm>
            <a:off x="5577840" y="3566160"/>
            <a:ext cx="731520" cy="731520"/>
          </a:xfrm>
          <a:prstGeom prst="ellipse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358444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🗑️  Решение 1 — Умный бак с датчиком веса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21031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73736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A2E1A"/>
                </a:solidFill>
              </a:rP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E1A"/>
                </a:solidFill>
              </a:rPr>
              <a:t>1. Открыть
приложение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Пользователь открывает ЭкоПлатформу на смартфоне</a:t>
            </a:r>
          </a:p>
        </p:txBody>
      </p:sp>
      <p:sp>
        <p:nvSpPr>
          <p:cNvPr id="9" name="Can 8"/>
          <p:cNvSpPr/>
          <p:nvPr/>
        </p:nvSpPr>
        <p:spPr>
          <a:xfrm>
            <a:off x="2423160" y="3108960"/>
            <a:ext cx="365760" cy="365760"/>
          </a:xfrm>
          <a:prstGeom prst="can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1554480"/>
            <a:ext cx="21031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63240" y="173736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7830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A2E1A"/>
                </a:solidFill>
              </a:rPr>
              <a:t>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E1A"/>
                </a:solidFill>
              </a:rPr>
              <a:t>2. Сканировать
QR на баке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6118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Приложение сканирует уникальный QR-код умного контейнера</a:t>
            </a:r>
          </a:p>
        </p:txBody>
      </p:sp>
      <p:sp>
        <p:nvSpPr>
          <p:cNvPr id="15" name="Can 14"/>
          <p:cNvSpPr/>
          <p:nvPr/>
        </p:nvSpPr>
        <p:spPr>
          <a:xfrm>
            <a:off x="4709160" y="3108960"/>
            <a:ext cx="365760" cy="365760"/>
          </a:xfrm>
          <a:prstGeom prst="can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1554480"/>
            <a:ext cx="21031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49240" y="173736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17830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A2E1A"/>
                </a:solidFill>
              </a:rPr>
              <a:t>🗑️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E1A"/>
                </a:solidFill>
              </a:rPr>
              <a:t>3. Выбросить
мусор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Пользователь опускает пакет в умный контейнер</a:t>
            </a:r>
          </a:p>
        </p:txBody>
      </p:sp>
      <p:sp>
        <p:nvSpPr>
          <p:cNvPr id="21" name="Can 20"/>
          <p:cNvSpPr/>
          <p:nvPr/>
        </p:nvSpPr>
        <p:spPr>
          <a:xfrm>
            <a:off x="6995160" y="3108960"/>
            <a:ext cx="365760" cy="365760"/>
          </a:xfrm>
          <a:prstGeom prst="can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0" y="1554480"/>
            <a:ext cx="21031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173736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17830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A2E1A"/>
                </a:solidFill>
              </a:rPr>
              <a:t>⚖️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E1A"/>
                </a:solidFill>
              </a:rPr>
              <a:t>4. Датчик
взвешивает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6118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Встроенный весовой датчик автоматически фиксирует кг</a:t>
            </a:r>
          </a:p>
        </p:txBody>
      </p:sp>
      <p:sp>
        <p:nvSpPr>
          <p:cNvPr id="27" name="Can 26"/>
          <p:cNvSpPr/>
          <p:nvPr/>
        </p:nvSpPr>
        <p:spPr>
          <a:xfrm>
            <a:off x="9281160" y="3108960"/>
            <a:ext cx="365760" cy="365760"/>
          </a:xfrm>
          <a:prstGeom prst="can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0" y="1554480"/>
            <a:ext cx="21031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21240" y="173736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17830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A2E1A"/>
                </a:solidFill>
              </a:rPr>
              <a:t>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E1A"/>
                </a:solidFill>
              </a:rPr>
              <a:t>5. Бонусы
начисляются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6118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EcoCoins зачисляются моментально на счёт пользователя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852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6B3C"/>
                </a:solidFill>
              </a:rPr>
              <a:t>⚡ Мгновенные бонусы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39" y="5852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6B3C"/>
                </a:solidFill>
              </a:rPr>
              <a:t>📊 Точный учёт кг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5852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6B3C"/>
                </a:solidFill>
              </a:rPr>
              <a:t>🌍 Нет фальсификаций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852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6B3C"/>
                </a:solidFill>
              </a:rPr>
              <a:t>🏙️ Умный город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📦  Решение 2 — QR-наклейки на пакеты мусора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73736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5564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2E1A"/>
                </a:solidFill>
              </a:rPr>
              <a:t>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1A"/>
                </a:solidFill>
              </a:rPr>
              <a:t>1. Купить
пакеты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Получить пакеты с уникальными QR-наклейками в ЭкоПлатформе или партнёрах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73736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5564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2E1A"/>
                </a:solidFill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1A"/>
                </a:solidFill>
              </a:rPr>
              <a:t>2. Упаковать
мусор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40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Пользователь упаковывает бытовые отходы в пронумерованный пакет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173736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5564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2E1A"/>
                </a:solidFill>
              </a:rPr>
              <a:t>🗑️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1A"/>
                </a:solidFill>
              </a:rPr>
              <a:t>3. Выбросить
в контейнер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40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Пакет с QR выбрасывается в обычный уличный контейнер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4048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402336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4164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2E1A"/>
                </a:solidFill>
              </a:rPr>
              <a:t>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1A"/>
                </a:solidFill>
              </a:rPr>
              <a:t>4. Вывоз
на завод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26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Коммунальные службы забирают мусор и отвозят на завод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84048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80560" y="402336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04164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2E1A"/>
                </a:solidFill>
              </a:rPr>
              <a:t>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1A"/>
                </a:solidFill>
              </a:rPr>
              <a:t>5. Сканирование
на заводе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526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Работник завода сканирует QR на каждом пакете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84048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0" y="4023360"/>
            <a:ext cx="731520" cy="731520"/>
          </a:xfrm>
          <a:prstGeom prst="ellipse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04164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2E1A"/>
                </a:solidFill>
              </a:rPr>
              <a:t>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1A"/>
                </a:solidFill>
              </a:rPr>
              <a:t>6. Бонусы
пользователю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526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Система автоматически начисляет EcoCoins владельцу пакета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2819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D6008"/>
                </a:solidFill>
              </a:rPr>
              <a:t>✅ Преимущество: не требует дорогостоящих умных баков — работает с существующей инфраструктурой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📱  Мобильная платформа ЭкоПлатформа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155448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6B3C"/>
                </a:solidFill>
              </a:rPr>
              <a:t>Новости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24612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C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33756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Экологические новости
Центральной Азии
и достижения</a:t>
            </a:r>
          </a:p>
        </p:txBody>
      </p:sp>
      <p:sp>
        <p:nvSpPr>
          <p:cNvPr id="9" name="Oval 8"/>
          <p:cNvSpPr/>
          <p:nvPr/>
        </p:nvSpPr>
        <p:spPr>
          <a:xfrm>
            <a:off x="3319272" y="155448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60020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6B3C"/>
                </a:solidFill>
              </a:rPr>
              <a:t>Карта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324612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C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333756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Интерактивная карта
пунктов приёма отходов
с маршрутами</a:t>
            </a:r>
          </a:p>
        </p:txBody>
      </p:sp>
      <p:sp>
        <p:nvSpPr>
          <p:cNvPr id="14" name="Oval 13"/>
          <p:cNvSpPr/>
          <p:nvPr/>
        </p:nvSpPr>
        <p:spPr>
          <a:xfrm>
            <a:off x="5678424" y="155448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78424" y="160020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6B3C"/>
                </a:solidFill>
              </a:rPr>
              <a:t>QR-код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324612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C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1224" y="333756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Уникальный QR-код
пользователя для
идентификации пакетов</a:t>
            </a:r>
          </a:p>
        </p:txBody>
      </p:sp>
      <p:sp>
        <p:nvSpPr>
          <p:cNvPr id="19" name="Oval 18"/>
          <p:cNvSpPr/>
          <p:nvPr/>
        </p:nvSpPr>
        <p:spPr>
          <a:xfrm>
            <a:off x="8037576" y="155448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7576" y="160020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6B3C"/>
                </a:solidFill>
              </a:rPr>
              <a:t>Чаты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8936" y="324612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C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0376" y="333756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Жалобы, обращения
в службы, конкурсы
городов</a:t>
            </a:r>
          </a:p>
        </p:txBody>
      </p:sp>
      <p:sp>
        <p:nvSpPr>
          <p:cNvPr id="24" name="Oval 23"/>
          <p:cNvSpPr/>
          <p:nvPr/>
        </p:nvSpPr>
        <p:spPr>
          <a:xfrm>
            <a:off x="10396728" y="155448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96728" y="160020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6B3C"/>
                </a:solidFill>
              </a:rPr>
              <a:t>Профиль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8088" y="324612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C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9528" y="333756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Уровни, бонусы,
EcoCoin, история
сканирований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715000"/>
            <a:ext cx="94183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57424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6B3C"/>
                </a:solidFill>
              </a:rPr>
              <a:t>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2362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</a:rPr>
              <a:t>Новости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57424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6B3C"/>
                </a:solidFill>
              </a:rPr>
              <a:t>🗺️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62362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</a:rPr>
              <a:t>Карта</a:t>
            </a:r>
          </a:p>
        </p:txBody>
      </p:sp>
      <p:sp>
        <p:nvSpPr>
          <p:cNvPr id="34" name="Oval 33"/>
          <p:cNvSpPr/>
          <p:nvPr/>
        </p:nvSpPr>
        <p:spPr>
          <a:xfrm>
            <a:off x="5212079" y="5440680"/>
            <a:ext cx="731520" cy="731520"/>
          </a:xfrm>
          <a:prstGeom prst="ellipse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79" y="5458968"/>
            <a:ext cx="7315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39" y="62362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</a:rPr>
              <a:t>QR-код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7424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6B3C"/>
                </a:solidFill>
              </a:rPr>
              <a:t>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62362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</a:rPr>
              <a:t>Чаты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19" y="57424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6B3C"/>
                </a:solidFill>
              </a:rPr>
              <a:t>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79" y="62362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</a:rPr>
              <a:t>Профиль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🔐  Регистрация и уникальный QR-код пользователя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3C"/>
                </a:solidFill>
              </a:rPr>
              <a:t>Процесс регистрации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148840"/>
            <a:ext cx="640080" cy="6400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85416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2E1A"/>
                </a:solidFill>
              </a:rPr>
              <a:t>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</a:rPr>
              <a:t>Шаг 1: Номер телефона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68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+992 (TJ), +996 (KG), +998 (UZ), +7 (KZ)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108960"/>
            <a:ext cx="640080" cy="6400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45536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2E1A"/>
                </a:solidFill>
              </a:rPr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</a:rPr>
              <a:t>Шаг 2: SMS-код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429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Демо-код для верификации номера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069080"/>
            <a:ext cx="640080" cy="6400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05656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2E1A"/>
                </a:solidFill>
              </a:rPr>
              <a:t>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</a:rPr>
              <a:t>Шаг 3: Паспорт/ID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891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Ввод паспортных данных (DEMO режим)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029200"/>
            <a:ext cx="640080" cy="6400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065776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2E1A"/>
                </a:solidFill>
              </a:rPr>
              <a:t>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</a:rPr>
              <a:t>Шаг 4: Пароль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3492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Создание пароля для входа в аккаунт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57784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6052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⚠️ DEMO РЕЖИМ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463040"/>
            <a:ext cx="56692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3C"/>
                </a:solidFill>
              </a:rPr>
              <a:t>Уникальный QR-код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920240"/>
            <a:ext cx="22860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920240"/>
            <a:ext cx="548640" cy="5486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2011680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2103120"/>
            <a:ext cx="182880" cy="1828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60" y="1920240"/>
            <a:ext cx="548640" cy="5486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0" y="2011680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49840" y="2103120"/>
            <a:ext cx="182880" cy="1828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657600"/>
            <a:ext cx="548640" cy="5486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40" y="3749040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0" y="3840480"/>
            <a:ext cx="182880" cy="1828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240" y="2468880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7152" y="2468880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26880" y="2468880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36608" y="2468880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97696" y="2578608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26880" y="2578608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36608" y="2578608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56064" y="2578608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78240" y="2688336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97696" y="2688336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07424" y="2688336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36608" y="2688336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87968" y="2798064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97696" y="2798064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07424" y="2798064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17152" y="2798064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26880" y="2798064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36608" y="2798064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6064" y="2798064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78240" y="2907792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87968" y="2907792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97696" y="2907792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07424" y="2907792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17152" y="2907792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07424" y="3017520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56064" y="3017520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78240" y="3127248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87968" y="3127248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107424" y="3127248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36608" y="3127248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546336" y="3127248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56064" y="3127248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3236976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887968" y="3236976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97696" y="3236976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656064" y="3236976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778240" y="3346704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997696" y="3346704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17152" y="3346704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56064" y="3346704"/>
            <a:ext cx="98755" cy="9875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35440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6B3C"/>
                </a:solidFill>
              </a:rPr>
              <a:t>🌿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89720" y="2834640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08008" y="281635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6B3C"/>
                </a:solidFill>
              </a:rPr>
              <a:t>🌿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42976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🔑 Уникальный для каждого пользователя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45994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📲 Генерируется прямо в приложении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49011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🖨️ Можно распечатать и наклеить на пакет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520293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🏭 Завод сканирует при обработке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55046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🪙 Бонусы начисляются автоматически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🗺️  Интерактивная карта Душанбе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943600" cy="5029200"/>
          </a:xfrm>
          <a:prstGeom prst="roundRect">
            <a:avLst>
              <a:gd name="adj" fmla="val 5000"/>
            </a:avLst>
          </a:prstGeom>
          <a:solidFill>
            <a:srgbClr val="D4EDD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3749039"/>
            <a:ext cx="59436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59436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1463040"/>
            <a:ext cx="73152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463040"/>
            <a:ext cx="73152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0" y="1463040"/>
            <a:ext cx="548640" cy="5029200"/>
          </a:xfrm>
          <a:prstGeom prst="ellipse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21808" y="2743200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</a:rPr>
              <a:t>р. Варзоб</a:t>
            </a:r>
          </a:p>
        </p:txBody>
      </p:sp>
      <p:sp>
        <p:nvSpPr>
          <p:cNvPr id="11" name="Oval 10"/>
          <p:cNvSpPr/>
          <p:nvPr/>
        </p:nvSpPr>
        <p:spPr>
          <a:xfrm>
            <a:off x="2560320" y="3657600"/>
            <a:ext cx="411480" cy="411480"/>
          </a:xfrm>
          <a:prstGeom prst="ellipse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68503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703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2E1A"/>
                </a:solidFill>
              </a:rPr>
              <a:t>(вы здесь)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468880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49631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2E1A"/>
                </a:solidFill>
              </a:rPr>
              <a:t>Пластик, Стекло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0" y="2468880"/>
            <a:ext cx="411480" cy="4114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249631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2E1A"/>
                </a:solidFill>
              </a:rPr>
              <a:t>Металл, Электроника</a:t>
            </a:r>
          </a:p>
        </p:txBody>
      </p:sp>
      <p:sp>
        <p:nvSpPr>
          <p:cNvPr id="20" name="Oval 19"/>
          <p:cNvSpPr/>
          <p:nvPr/>
        </p:nvSpPr>
        <p:spPr>
          <a:xfrm>
            <a:off x="1828800" y="4754880"/>
            <a:ext cx="411480" cy="4114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78231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2E1A"/>
                </a:solidFill>
              </a:rPr>
              <a:t>Все виды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E1A"/>
                </a:solidFill>
              </a:rPr>
              <a:t>пр. Рудаки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7673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E1A"/>
                </a:solidFill>
              </a:rPr>
              <a:t>ул. Айни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4630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B3C"/>
                </a:solidFill>
              </a:rPr>
              <a:t>Пункты приёма отходов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219456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66560" y="251460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54203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1A"/>
                </a:solidFill>
              </a:rPr>
              <a:t>пр. Дусти,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3C"/>
                </a:solidFill>
              </a:rPr>
              <a:t>380 м · 5 мин пешком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971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📦 Пластик, Стекло, Бумага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365760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66560" y="3977640"/>
            <a:ext cx="640080" cy="6400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0050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1A"/>
                </a:solidFill>
              </a:rPr>
              <a:t>ул. Фирдавси, 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3C"/>
                </a:solidFill>
              </a:rPr>
              <a:t>620 м · 8 мин пешком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434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📦 Металл, Электроника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512064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766560" y="5440680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54681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1A"/>
                </a:solidFill>
              </a:rPr>
              <a:t>ул. Айни, 45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5577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3C"/>
                </a:solidFill>
              </a:rPr>
              <a:t>290 м · 4 мин пешком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5897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📦 Все виды отходов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6400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</a:rPr>
              <a:t>👆 Нажми на маркер — увидишь маршрут и время до точки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🪙  Система бонусов EcoCoin и уровни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1945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3736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880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6B3C"/>
                </a:solidFill>
              </a:rPr>
              <a:t>Новичок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0–99 монет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57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39C12"/>
                </a:solidFill>
              </a:rPr>
              <a:t>1 монета за скан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1554480"/>
            <a:ext cx="21945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73552" y="173736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7830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880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6B3C"/>
                </a:solidFill>
              </a:rPr>
              <a:t>Эко-друг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100–499 монет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3657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39C12"/>
                </a:solidFill>
              </a:rPr>
              <a:t>1.5 монеты за скан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554480"/>
            <a:ext cx="21945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32704" y="173736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32704" y="17830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880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6B3C"/>
                </a:solidFill>
              </a:rPr>
              <a:t>Защитник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4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500–999 монет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3657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39C12"/>
                </a:solidFill>
              </a:rPr>
              <a:t>2 монеты за скан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6" y="1554480"/>
            <a:ext cx="21945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91856" y="173736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1856" y="17830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8936" y="2880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6B3C"/>
                </a:solidFill>
              </a:rPr>
              <a:t>Эко-герой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1000–1999 монет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3657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39C12"/>
                </a:solidFill>
              </a:rPr>
              <a:t>3 монеты за скан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02368" y="1554480"/>
            <a:ext cx="21945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51008" y="173736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51008" y="17830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2880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6B3C"/>
                </a:solidFill>
              </a:rPr>
              <a:t>Легенда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2000+ монет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3657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39C12"/>
                </a:solidFill>
              </a:rPr>
              <a:t>5 монет за скан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Как заработать EcoCoins?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1206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57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</a:rPr>
              <a:t>📦  Сдать 1 пакет мусора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715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+10 монет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79" y="51206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59" y="5257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</a:rPr>
              <a:t>📅  Ежедневный бонус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59" y="5715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+5 монет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51206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257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</a:rPr>
              <a:t>👥  Пригласить друга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715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+50 монет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18319" y="51206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199" y="5257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</a:rPr>
              <a:t>🏆  Топ района/месяц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199" y="5715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+200 монет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💬  Чаты, жалобы и городские соревнования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7432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819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📢  Жалобы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28600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Сообщить о проблеме:
• Переполненный контейнер
• Незаконная свалка
• Сломанный бак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55448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274320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819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🚨  Нарушения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228600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2331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4747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Зафиксировать нарушение:
• Выброс мусора в неположенном месте
• Несанкционированная свалка
• Штрафные санкции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2743200" cy="5943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819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🎧  Поддержка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0" y="228600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331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747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Живая поддержка:
• Вопросы по приложению
• Консультации по сортировке
• Обратная связь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55448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554480"/>
            <a:ext cx="274320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5819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🏆  Соревнования</a:t>
            </a:r>
          </a:p>
        </p:txBody>
      </p:sp>
      <p:sp>
        <p:nvSpPr>
          <p:cNvPr id="25" name="Oval 24"/>
          <p:cNvSpPr/>
          <p:nvPr/>
        </p:nvSpPr>
        <p:spPr>
          <a:xfrm>
            <a:off x="9966960" y="2286000"/>
            <a:ext cx="1097280" cy="109728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2331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1A2E1A"/>
                </a:solidFill>
              </a:rPr>
              <a:t>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4747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Конкурс районов:
• Рейтинг по кг мусора
• Ежемесячный чемпион
• Призы победителям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852160"/>
            <a:ext cx="1143000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897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3C"/>
                </a:solidFill>
              </a:rPr>
              <a:t>🏅  Таблица лидеров: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925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</a:rPr>
              <a:t>1. Акбар Р. (Душанбе) — 2840 монет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5925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</a:rPr>
              <a:t>2. Малика У. (Ташкент) — 2310 монет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925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</a:rPr>
              <a:t>3. Бекзод А. (Бишкек) — 1950 монет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⚙️  Техническая архитектура платформы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657600" cy="73152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📱  Мобильное
приложение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HTML5 / CSS3 / Vanilla 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Адаптивный дизайн (mobile-first)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SVG-карта с анимацией маршрутов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Canvas QR-генератор (без CDN)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LocalStorage для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5-вкладочная навигация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65760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00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🌐  Публикация
и доступ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GitHub Pages (бесплатный хостинг)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80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CDN-доставка контента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383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Без backend — чистый фронтенд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Работает в любом браузере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389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Быстрая загрузка (&lt; 2 сек)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92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Без внешних зависимостей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55448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554480"/>
            <a:ext cx="3657600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600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🔮  Дорожная
карта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Backend API (Node.js / Python)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80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База данных пользователей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83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Реальные SMS-уведомления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Интеграция с заводами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89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Умные IoT-датчики веса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892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Мобильное приложение (Flutter)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6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🌍  Масштаб и воздействие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7AE6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стран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D8B0"/>
                </a:solidFill>
              </a:rPr>
              <a:t>Таджикистан, Узбекистан
Кыргызстан, Казахстан, Россия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7AE60"/>
                </a:solidFill>
              </a:rPr>
              <a:t>50K+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пользователей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46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D8B0"/>
                </a:solidFill>
              </a:rPr>
              <a:t>Зарегистрировано за
первый месяц работы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7AE60"/>
                </a:solidFill>
              </a:rPr>
              <a:t>120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мусора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D8B0"/>
                </a:solidFill>
              </a:rPr>
              <a:t>Собрано и переработано
за пилотный период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64592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737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7AE60"/>
                </a:solidFill>
              </a:rPr>
              <a:t>500+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контейнеров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246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D8B0"/>
                </a:solidFill>
              </a:rPr>
              <a:t>Пунктов приёма отходов
по всему Душанбе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🌆  Города присутствия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1663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193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🇹🇯 Душанбе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10512" y="51663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10512" y="5193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🇹🇯 Худжанд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55264" y="51663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4" y="5193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🇺🇿 Ташкент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0016" y="51663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5193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🇺🇿 Самарканд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51663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5193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🇺🇿 Наманган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51663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5193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🇰🇬 Бишкек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34272" y="51663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34272" y="5193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🇰🇬 Ош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79024" y="51663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79024" y="5193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🇰🇿 Алматы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9C12"/>
                </a:solidFill>
              </a:rPr>
              <a:t>Цель 2027: 1 млн пользователей по Центральной Азии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6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F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</a:rPr>
              <a:t>ЭкоПлатформа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A8D8B0"/>
                </a:solidFill>
              </a:rPr>
              <a:t>Умная экосистема для чистого будущего
Центральной Азии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🗑️  Умные баки с датчиком веса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0060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📦  QR-наклейки + скан на заводе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D8B0"/>
                </a:solidFill>
              </a:rPr>
              <a:t>🏆  2-е место · Экологический хакатон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72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9C12"/>
                </a:solidFill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